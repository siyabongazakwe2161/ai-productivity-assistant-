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hr-wise-pal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hr-wise-pal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Workplace &amp; HR Productivity Assistant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</a:t>
            </a:r>
            <a:pPr indent="0" marL="0">
              <a:buNone/>
            </a:pPr>
            <a:r>
              <a:rPr lang="en-US" sz="2000" u="sng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https://hr-wise-pal.lovable.app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376D"/>
                </a:solidFill>
              </a:rPr>
              <a:t>Office and HR teams spend hours every week on repetitive tasks: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20040" cy="32004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057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2447"/>
                </a:solidFill>
              </a:rPr>
              <a:t>Drafting emails and professional messages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320040" cy="32004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651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2447"/>
                </a:solidFill>
              </a:rPr>
              <a:t>Summarizing long meeting notes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320040" cy="32004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246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2447"/>
                </a:solidFill>
              </a:rPr>
              <a:t>Planning tasks and daily schedules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320040" cy="32004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840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2447"/>
                </a:solidFill>
              </a:rPr>
              <a:t>Researching topics and articles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320040" cy="32004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434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2447"/>
                </a:solidFill>
              </a:rPr>
              <a:t>Evaluating candidate interview notes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376D"/>
                </a:solidFill>
              </a:rPr>
              <a:t>WorkWise AI centralizes 5 AI-powered tools in one clean dashboard, helping teams save hours weekly and make fairer, faster decisions.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64240" cy="45720"/>
          </a:xfrm>
          <a:prstGeom prst="rect">
            <a:avLst/>
          </a:prstGeom>
          <a:solidFill>
            <a:srgbClr val="A5D7E8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447"/>
                </a:solidFill>
              </a:rPr>
              <a:t>One dashboard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All tools in a single professional 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30175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447"/>
                </a:solidFill>
              </a:rPr>
              <a:t>Real AI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Powered by Google Gemini via Lovable AI Gateway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447"/>
                </a:solidFill>
              </a:rPr>
              <a:t>Responsible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Built-in accuracy, privacy &amp; bias notices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447"/>
                </a:solidFill>
              </a:rPr>
              <a:t>Fast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5212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From raw input to structured output in seconds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</a:rPr>
              <a:t>Smart Email Generator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Polished emails in any tone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</a:rPr>
              <a:t>Meeting Summarizer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Key points, decisions, action items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</a:rPr>
              <a:t>Task Planner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Prioritized daily schedule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</a:rPr>
              <a:t>Research Assistant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5166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Insights &amp; recommendations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4023360"/>
            <a:ext cx="640080" cy="64008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1772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</a:rPr>
              <a:t>Candidate Evaluation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17720" y="5166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Fair, skill-based hiring notes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08960" y="14630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447"/>
                </a:solidFill>
              </a:rPr>
              <a:t>TanStack Start (React 19), Vite 7, TypeScript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Styling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2331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447"/>
                </a:solidFill>
              </a:rPr>
              <a:t>Tailwind CSS v4 + shadcn/ui + Lucide icons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447"/>
                </a:solidFill>
              </a:rPr>
              <a:t>Google Gemini via Lovable AI Gateway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69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40690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447"/>
                </a:solidFill>
              </a:rPr>
              <a:t>Lovable Cloud server functions (createServerFn)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49377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447"/>
                </a:solidFill>
              </a:rPr>
              <a:t>Lovable — live at https://hr-wise-pal.lovable.app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A5D7E8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Email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60320" y="13716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447"/>
                </a:solidFill>
              </a:rPr>
              <a:t>"Write a polite follow-up email to a client who missed a meeting."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A5D7E8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Meeting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2331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447"/>
                </a:solidFill>
              </a:rPr>
              <a:t>"Summarize these notes into decisions, action items, and owners."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A5D7E8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Tasks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447"/>
                </a:solidFill>
              </a:rPr>
              <a:t>"Plan my day given these 8 tasks and 3 meetings."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A5D7E8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51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Research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42519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447"/>
                </a:solidFill>
              </a:rPr>
              <a:t>"Give an executive summary of remote-work productivity trends."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A5D7E8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212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Candidate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52120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447"/>
                </a:solidFill>
              </a:rPr>
              <a:t>"Evaluate this interview transcript for a Product Manager role."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08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Consistent structured output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508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Used tool-specific system prompts to enforce sections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Protecting API keys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Server functions keep keys on the backend, never in the browser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03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Responsible 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703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Added accuracy, privacy, and bias notices on every tool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00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</a:rPr>
              <a:t>Clean UX across 5 tools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6634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800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Built a reusable ToolShell for consistent layout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600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</a:rPr>
              <a:t>Accuracy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AI output may contain errors — always verify before decisions.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246120"/>
            <a:ext cx="594360" cy="59436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</a:rPr>
              <a:t>Privacy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459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Do not upload confidential company or personal data.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709160"/>
            <a:ext cx="594360" cy="594360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</a:rPr>
              <a:t>Fairness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45920" y="4983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Candidate evaluations support — not replace — human judgment.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5D7E8"/>
                </a:solidFill>
              </a:rPr>
              <a:t>10h+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8580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saved weekly on repetitive writing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5D7E8"/>
                </a:solidFill>
              </a:rPr>
              <a:t>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52044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 tools in one place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5D7E8"/>
                </a:solidFill>
              </a:rPr>
              <a:t>100%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35508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structured, professional output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8288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5D7E8"/>
                </a:solidFill>
              </a:rPr>
              <a:t>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18972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API keys exposed to the browser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376D"/>
                </a:solidFill>
              </a:rPr>
              <a:t>Faster work, better decisions, fairer hiring.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WorkWise AI  •  https://hr-wise-pal.lovable.app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5D7E8"/>
                </a:solidFill>
              </a:rPr>
              <a:t>WorkWise AI — Submission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0" y="3749040"/>
            <a:ext cx="7406640" cy="1645920"/>
          </a:xfrm>
          <a:prstGeom prst="roundRect">
            <a:avLst>
              <a:gd name="adj" fmla="val 8333"/>
            </a:avLst>
          </a:prstGeom>
          <a:solidFill>
            <a:srgbClr val="19376D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38404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7E8"/>
                </a:solidFill>
              </a:rPr>
              <a:t>Live Submission Link</a:t>
            </a:r>
            <a:endParaRPr lang="en-US" sz="18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2377440" y="43434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https://hr-wise-pal.lovable.app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7E8"/>
                </a:solidFill>
              </a:rPr>
              <a:t>Click the link above to try the 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2026-07-16T07:51:00Z</dcterms:created>
  <dcterms:modified xsi:type="dcterms:W3CDTF">2026-07-16T07:51:00Z</dcterms:modified>
</cp:coreProperties>
</file>